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4233C"/>
                </a:solidFill>
                <a:latin typeface="Aptos Display"/>
              </a:defRPr>
            </a:pPr>
            <a:r>
              <a:t>Cyber Fraud / Digital Scam</a:t>
            </a:r>
            <a:br/>
            <a:r>
              <a:t>Awareness &amp; Assistance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7180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35FA0"/>
                </a:solidFill>
              </a:defRPr>
            </a:pPr>
            <a:r>
              <a:t>An Intelligent Platform for Digital Safety, Awareness &amp; Assistance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77639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6A52D"/>
                </a:solidFill>
              </a:defRPr>
            </a:pPr>
            <a:r>
              <a:t>Presented by</a:t>
            </a:r>
          </a:p>
          <a:p>
            <a:pPr algn="ctr">
              <a:defRPr sz="1600">
                <a:solidFill>
                  <a:srgbClr val="232830"/>
                </a:solidFill>
              </a:defRPr>
            </a:pPr>
            <a:r>
              <a:t>Vaishnavi Sanap</a:t>
            </a:r>
          </a:p>
          <a:p>
            <a:pPr algn="ctr">
              <a:defRPr sz="1600">
                <a:solidFill>
                  <a:srgbClr val="232830"/>
                </a:solidFill>
              </a:defRPr>
            </a:pPr>
            <a:r>
              <a:t>Om Pawar</a:t>
            </a:r>
          </a:p>
          <a:p>
            <a:pPr algn="ctr">
              <a:defRPr sz="1600">
                <a:solidFill>
                  <a:srgbClr val="232830"/>
                </a:solidFill>
              </a:defRPr>
            </a:pPr>
            <a:r>
              <a:t>Shraddha Shinde</a:t>
            </a:r>
          </a:p>
          <a:p>
            <a:pPr algn="ctr">
              <a:defRPr sz="1600">
                <a:solidFill>
                  <a:srgbClr val="232830"/>
                </a:solidFill>
              </a:defRPr>
            </a:pPr>
            <a:r>
              <a:t>Shraddha Jambukar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378"/>
                </a:solidFill>
              </a:defRPr>
            </a:pPr>
            <a:r>
              <a:t>Cyber Fraud / Digital Scam Awareness &amp; Assistance System    |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33C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5FA0"/>
                </a:solidFill>
                <a:latin typeface="Aptos"/>
              </a:defRPr>
            </a:pPr>
            <a:r>
              <a:t>Understanding digital scams and why awareness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t>• Cyber fraud uses digital technology or the internet to deceive users and steal money, information, or account access.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t>• Online banking, UPI, social media and e-commerce have increased the number of opportunities for digital scams.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t>• Many users cannot immediately recognize suspicious calls, messages, links or websites.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t>• Victims may also be unsure about what action to take immediately after a suspected fraud.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  <a:latin typeface="Aptos"/>
              </a:defRPr>
            </a:pPr>
            <a:r>
              <a:t>• The proposed system combines awareness, guidance and assistance in one easy-to-use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378"/>
                </a:solidFill>
              </a:defRPr>
            </a:pPr>
            <a:r>
              <a:t>Cyber Fraud / Digital Scam Awareness &amp; Assistance System    |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33C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5FA0"/>
                </a:solidFill>
              </a:defRPr>
            </a:pPr>
            <a:r>
              <a:t>Why is a dedicated cyber-fraud assistance system needed?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73351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52D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636776"/>
            <a:ext cx="4251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</a:defRPr>
            </a:pPr>
            <a:r>
              <a:t>Scams Are Difficult to 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167128"/>
            <a:ext cx="4251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Fraudsters use convincing messages, fake websites, calls and social-media profiles.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73351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52D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1636776"/>
            <a:ext cx="4251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</a:defRPr>
            </a:pPr>
            <a:r>
              <a:t>Users React Under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167128"/>
            <a:ext cx="4251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Scammers create urgency by saying that an account will be blocked or a payment is required immediately.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67911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52D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831335"/>
            <a:ext cx="4251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</a:defRPr>
            </a:pPr>
            <a:r>
              <a:t>Victims Need Clear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61688"/>
            <a:ext cx="4251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After a suspected fraud, people may not know what information to save, what to avoid, or where to seek official help.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03320"/>
            <a:ext cx="52120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867911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A52D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3831335"/>
            <a:ext cx="4251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</a:defRPr>
            </a:pPr>
            <a:r>
              <a:t>Awareness Is Scattered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4361688"/>
            <a:ext cx="42519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Safety information is available in many places, making it difficult for a user to find simple guidance quickly.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378"/>
                </a:solidFill>
              </a:defRPr>
            </a:pPr>
            <a:r>
              <a:t>Cyber Fraud / Digital Scam Awareness &amp; Assistance System    |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33C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5FA0"/>
                </a:solidFill>
                <a:latin typeface="Aptos"/>
              </a:defRPr>
            </a:pPr>
            <a:r>
              <a:t>Cyber Fraud Awareness &amp; Assistance System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17320"/>
            <a:ext cx="530352" cy="530352"/>
          </a:xfrm>
          <a:prstGeom prst="ellipse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530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89888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Scam Awareness</a:t>
            </a:r>
          </a:p>
          <a:p>
            <a:pPr>
              <a:spcBef>
                <a:spcPts val="500"/>
              </a:spcBef>
              <a:defRPr sz="1350">
                <a:solidFill>
                  <a:srgbClr val="232830"/>
                </a:solidFill>
              </a:defRPr>
            </a:pPr>
            <a:r>
              <a:t>Learn about common cyber fraud techniques and warning signs.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1417320"/>
            <a:ext cx="530352" cy="530352"/>
          </a:xfrm>
          <a:prstGeom prst="ellipse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81328"/>
            <a:ext cx="530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389888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Scam Checker</a:t>
            </a:r>
          </a:p>
          <a:p>
            <a:pPr>
              <a:spcBef>
                <a:spcPts val="500"/>
              </a:spcBef>
              <a:defRPr sz="1350">
                <a:solidFill>
                  <a:srgbClr val="232830"/>
                </a:solidFill>
              </a:defRPr>
            </a:pPr>
            <a:r>
              <a:t>Enter suspicious information for basic risk guidance.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926080"/>
            <a:ext cx="530352" cy="530352"/>
          </a:xfrm>
          <a:prstGeom prst="ellipse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90088"/>
            <a:ext cx="530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98648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Emergency Assistance</a:t>
            </a:r>
          </a:p>
          <a:p>
            <a:pPr>
              <a:spcBef>
                <a:spcPts val="500"/>
              </a:spcBef>
              <a:defRPr sz="1350">
                <a:solidFill>
                  <a:srgbClr val="232830"/>
                </a:solidFill>
              </a:defRPr>
            </a:pPr>
            <a:r>
              <a:t>Get clear steps to take after suspected fraud.</a:t>
            </a:r>
          </a:p>
        </p:txBody>
      </p:sp>
      <p:sp>
        <p:nvSpPr>
          <p:cNvPr id="14" name="Oval 13"/>
          <p:cNvSpPr/>
          <p:nvPr/>
        </p:nvSpPr>
        <p:spPr>
          <a:xfrm>
            <a:off x="6355080" y="2926080"/>
            <a:ext cx="530352" cy="530352"/>
          </a:xfrm>
          <a:prstGeom prst="ellipse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990088"/>
            <a:ext cx="530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898648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Report Guidance</a:t>
            </a:r>
          </a:p>
          <a:p>
            <a:pPr>
              <a:spcBef>
                <a:spcPts val="500"/>
              </a:spcBef>
              <a:defRPr sz="1350">
                <a:solidFill>
                  <a:srgbClr val="232830"/>
                </a:solidFill>
              </a:defRPr>
            </a:pPr>
            <a:r>
              <a:t>Find the appropriate official reporting route.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434840"/>
            <a:ext cx="530352" cy="530352"/>
          </a:xfrm>
          <a:prstGeom prst="ellipse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98848"/>
            <a:ext cx="530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07407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Awareness Resources</a:t>
            </a:r>
          </a:p>
          <a:p>
            <a:pPr>
              <a:spcBef>
                <a:spcPts val="500"/>
              </a:spcBef>
              <a:defRPr sz="1350">
                <a:solidFill>
                  <a:srgbClr val="232830"/>
                </a:solidFill>
              </a:defRPr>
            </a:pPr>
            <a:r>
              <a:t>Access safety tips, examples, videos and FAQs.</a:t>
            </a:r>
          </a:p>
        </p:txBody>
      </p:sp>
      <p:sp>
        <p:nvSpPr>
          <p:cNvPr id="20" name="Oval 19"/>
          <p:cNvSpPr/>
          <p:nvPr/>
        </p:nvSpPr>
        <p:spPr>
          <a:xfrm>
            <a:off x="6355080" y="4434840"/>
            <a:ext cx="530352" cy="530352"/>
          </a:xfrm>
          <a:prstGeom prst="ellipse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98848"/>
            <a:ext cx="530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407407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</a:defRPr>
            </a:pPr>
            <a:r>
              <a:t>AI Assistance</a:t>
            </a:r>
          </a:p>
          <a:p>
            <a:pPr>
              <a:spcBef>
                <a:spcPts val="500"/>
              </a:spcBef>
              <a:defRPr sz="1350">
                <a:solidFill>
                  <a:srgbClr val="232830"/>
                </a:solidFill>
              </a:defRPr>
            </a:pPr>
            <a:r>
              <a:t>Chatbot explains scam patterns and safe digital practices.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378"/>
                </a:solidFill>
              </a:defRPr>
            </a:pPr>
            <a:r>
              <a:t>Cyber Fraud / Digital Scam Awareness &amp; Assistance System    |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33C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5FA0"/>
                </a:solidFill>
                <a:latin typeface="Aptos"/>
              </a:defRPr>
            </a:pPr>
            <a:r>
              <a:t>From suspicious activity to informed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417320"/>
            <a:ext cx="10241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53619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6A52D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9047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5FA0"/>
                </a:solidFill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490472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Receives suspicious call, message or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50008"/>
            <a:ext cx="10241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6A52D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42316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5FA0"/>
                </a:solidFill>
              </a:defRPr>
            </a:pPr>
            <a:r>
              <a:t>OPEN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42316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Chooses scam type or enters suspicious 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282696"/>
            <a:ext cx="10241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0156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6A52D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355848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5FA0"/>
                </a:solidFill>
              </a:defRPr>
            </a:pPr>
            <a:r>
              <a:t>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355848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System identifies warning signs and provides guidance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215384"/>
            <a:ext cx="10241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334256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6A52D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8853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5FA0"/>
                </a:solidFill>
              </a:defRPr>
            </a:pPr>
            <a:r>
              <a:t>SAFETY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288536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User receives immediate precautions and next steps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148072"/>
            <a:ext cx="102412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66944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E6A52D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21224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5FA0"/>
                </a:solidFill>
              </a:defRPr>
            </a:pPr>
            <a:r>
              <a:t>REPORT / ASSIST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5221224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30"/>
                </a:solidFill>
              </a:defRPr>
            </a:pPr>
            <a:r>
              <a:t>System directs the user to appropriate official resources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378"/>
                </a:solidFill>
              </a:defRPr>
            </a:pPr>
            <a:r>
              <a:t>Cyber Fraud / Digital Scam Awareness &amp; Assistance System    |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33C"/>
                </a:solidFill>
                <a:latin typeface="Aptos Display"/>
              </a:defRPr>
            </a:pPr>
            <a:r>
              <a:t>Key Assistance Provided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5FA0"/>
                </a:solidFill>
              </a:defRPr>
            </a:pPr>
            <a:r>
              <a:t>What the user receives from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63624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5FA0"/>
                </a:solidFill>
              </a:defRPr>
            </a:pPr>
            <a:r>
              <a:t>Recognize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536192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Explains warning signs of suspicious calls, messages, links and offers.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563624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5FA0"/>
                </a:solidFill>
              </a:defRPr>
            </a:pPr>
            <a: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536192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Encourages users to verify the sender, website, payment request or contact details before acting.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04495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5FA0"/>
                </a:solidFill>
              </a:defRPr>
            </a:pPr>
            <a:r>
              <a:t>Protect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017520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Provides basic precautions such as not sharing OTPs, PINs, passwords or sensitive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98648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304495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5FA0"/>
                </a:solidFill>
              </a:defRPr>
            </a:pPr>
            <a:r>
              <a:t>Respond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017520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Shows practical immediate steps after a suspected scam, without asking the user to take unsafe 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79976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5262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5FA0"/>
                </a:solidFill>
              </a:defRPr>
            </a:pPr>
            <a: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498848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Directs users toward verified official reporting and assistance channels.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379976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45262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5FA0"/>
                </a:solidFill>
              </a:defRPr>
            </a:pPr>
            <a:r>
              <a:t>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498848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830"/>
                </a:solidFill>
              </a:defRPr>
            </a:pPr>
            <a:r>
              <a:t>Provides FAQs, examples, alerts and awareness content for future prevention.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378"/>
                </a:solidFill>
              </a:defRPr>
            </a:pPr>
            <a:r>
              <a:t>Cyber Fraud / Digital Scam Awareness &amp; Assistance System    |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33C"/>
                </a:solidFill>
                <a:latin typeface="Aptos Display"/>
              </a:defRPr>
            </a:pPr>
            <a:r>
              <a:t>Benefits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5FA0"/>
                </a:solidFill>
                <a:latin typeface="Aptos"/>
              </a:defRPr>
            </a:pPr>
            <a:r>
              <a:t>Building safer and more informed digital communities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33C"/>
                </a:solidFill>
              </a:defRPr>
            </a:pPr>
            <a:r>
              <a:t>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33C"/>
                </a:solidFill>
              </a:defRPr>
            </a:pPr>
            <a: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Improves digital safety awareness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Helps users recognize common scam patterns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Provides quick, understandable guidance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Reduces confusion after suspected fraud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Encourages timely reporting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Useful for students, senior citizens and new digital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74519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Marathi, Hindi and English language support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AI-based real-time scam detection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Voice-based assistance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Mobile/browser security alerts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Integration with verified official resources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  <a:latin typeface="Aptos"/>
              </a:defRPr>
            </a:pPr>
            <a:r>
              <a:t>• College and community awareness campaigns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5623560"/>
            <a:ext cx="8321040" cy="594360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573328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“Think Before You Click, Verify Before You Trust.”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65392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378"/>
                </a:solidFill>
              </a:defRPr>
            </a:pPr>
            <a:r>
              <a:t>Cyber Fraud / Digital Scam Awareness &amp; Assistance System    | 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